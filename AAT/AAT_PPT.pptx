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embeddedFontLst>
    <p:embeddedFont>
      <p:font typeface="Heebo Light" pitchFamily="2" charset="-79"/>
      <p:regular r:id="rId11"/>
    </p:embeddedFont>
    <p:embeddedFont>
      <p:font typeface="Montserrat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106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73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63284-CD7F-E2D3-6B6B-808C27040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8BA06-7017-9D92-D176-44B9EE56B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C95EB-3176-E949-0AD1-B3B71EAE9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23CD1-0C7D-7222-6CAB-927E53F8B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84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reebie.photography/technology/slides/wires.ht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5727" y="519779"/>
            <a:ext cx="1147716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Electrical Wire Types for Electrical Systems</a:t>
            </a:r>
            <a:endParaRPr lang="en-US" sz="4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2C887-9C41-6EFA-9F10-E8D6C901014B}"/>
              </a:ext>
            </a:extLst>
          </p:cNvPr>
          <p:cNvSpPr txBox="1"/>
          <p:nvPr/>
        </p:nvSpPr>
        <p:spPr>
          <a:xfrm>
            <a:off x="892098" y="2555757"/>
            <a:ext cx="4962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0"/>
              </a:rPr>
              <a:t>Name : Ayush Kumar Prajapati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D171D8-E794-1EA7-459E-F5D3A9EDFEDD}"/>
              </a:ext>
            </a:extLst>
          </p:cNvPr>
          <p:cNvSpPr txBox="1"/>
          <p:nvPr/>
        </p:nvSpPr>
        <p:spPr>
          <a:xfrm>
            <a:off x="892098" y="3239265"/>
            <a:ext cx="76051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0"/>
              </a:rPr>
              <a:t>Department : Computer Science and Engineering</a:t>
            </a:r>
            <a:endParaRPr lang="en-IN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CF414-5425-E68E-6E25-270822505EAA}"/>
              </a:ext>
            </a:extLst>
          </p:cNvPr>
          <p:cNvSpPr txBox="1"/>
          <p:nvPr/>
        </p:nvSpPr>
        <p:spPr>
          <a:xfrm>
            <a:off x="892098" y="3985669"/>
            <a:ext cx="2297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0"/>
              </a:rPr>
              <a:t>Section: PU</a:t>
            </a:r>
            <a:endParaRPr lang="en-IN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B5D6A2-00C2-3A36-4E8A-2CF07461C676}"/>
              </a:ext>
            </a:extLst>
          </p:cNvPr>
          <p:cNvSpPr txBox="1"/>
          <p:nvPr/>
        </p:nvSpPr>
        <p:spPr>
          <a:xfrm>
            <a:off x="892098" y="4559449"/>
            <a:ext cx="18734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0"/>
              </a:rPr>
              <a:t>Roll no: 4</a:t>
            </a:r>
            <a:endParaRPr lang="en-IN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52091B-3B8B-6A39-919B-2593C00715C3}"/>
              </a:ext>
            </a:extLst>
          </p:cNvPr>
          <p:cNvSpPr txBox="1"/>
          <p:nvPr/>
        </p:nvSpPr>
        <p:spPr>
          <a:xfrm>
            <a:off x="892098" y="5198146"/>
            <a:ext cx="20629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0"/>
              </a:rPr>
              <a:t>IEE AAT</a:t>
            </a:r>
            <a:endParaRPr lang="en-IN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72B224-E2F4-1BEB-5489-62A0371674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15E5-C498-CE6B-A006-632AC502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60F4CEE-A860-EB5A-7BEC-0DA031F73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B768E28-C13B-9295-38EF-354483B87528}"/>
              </a:ext>
            </a:extLst>
          </p:cNvPr>
          <p:cNvSpPr/>
          <p:nvPr/>
        </p:nvSpPr>
        <p:spPr>
          <a:xfrm>
            <a:off x="733425" y="577334"/>
            <a:ext cx="76771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Electrical Wire Types for Electrical Systems</a:t>
            </a:r>
            <a:endParaRPr lang="en-US" sz="41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6F37F04-0664-429A-5B3D-463970615D77}"/>
              </a:ext>
            </a:extLst>
          </p:cNvPr>
          <p:cNvSpPr/>
          <p:nvPr/>
        </p:nvSpPr>
        <p:spPr>
          <a:xfrm>
            <a:off x="733425" y="2201347"/>
            <a:ext cx="767715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presentation explores common electrical wire types, their properties, and application.</a:t>
            </a:r>
            <a:endParaRPr lang="en-US" sz="16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906EBB5-A97F-F191-8F0F-88BC3D2C05BA}"/>
              </a:ext>
            </a:extLst>
          </p:cNvPr>
          <p:cNvSpPr/>
          <p:nvPr/>
        </p:nvSpPr>
        <p:spPr>
          <a:xfrm>
            <a:off x="733425" y="3186232"/>
            <a:ext cx="76771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Vulcanized Indian Rubber (V.I.R.) Wires</a:t>
            </a:r>
            <a:endParaRPr lang="en-US" sz="4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35275A1-43D5-8180-5023-7F42072A93E0}"/>
              </a:ext>
            </a:extLst>
          </p:cNvPr>
          <p:cNvSpPr/>
          <p:nvPr/>
        </p:nvSpPr>
        <p:spPr>
          <a:xfrm>
            <a:off x="733425" y="5019794"/>
            <a:ext cx="315444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C7E55F6-42FE-2A68-51E3-414C792BE9F7}"/>
              </a:ext>
            </a:extLst>
          </p:cNvPr>
          <p:cNvSpPr/>
          <p:nvPr/>
        </p:nvSpPr>
        <p:spPr>
          <a:xfrm>
            <a:off x="733425" y="5556766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Rubber insulation</a:t>
            </a:r>
            <a:endParaRPr lang="en-US" sz="16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D3B3185-E59C-31AC-6281-62D91103BCC0}"/>
              </a:ext>
            </a:extLst>
          </p:cNvPr>
          <p:cNvSpPr/>
          <p:nvPr/>
        </p:nvSpPr>
        <p:spPr>
          <a:xfrm>
            <a:off x="733425" y="6080641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Tinned conductor</a:t>
            </a:r>
            <a:endParaRPr lang="en-US" sz="16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BA91B0F-02AC-F386-6E82-490E55452C9A}"/>
              </a:ext>
            </a:extLst>
          </p:cNvPr>
          <p:cNvSpPr/>
          <p:nvPr/>
        </p:nvSpPr>
        <p:spPr>
          <a:xfrm>
            <a:off x="733425" y="6604516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Cotton braiding</a:t>
            </a:r>
            <a:endParaRPr lang="en-US" sz="16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C8B11ED-B008-2531-AB1B-049F97A0EFEA}"/>
              </a:ext>
            </a:extLst>
          </p:cNvPr>
          <p:cNvSpPr/>
          <p:nvPr/>
        </p:nvSpPr>
        <p:spPr>
          <a:xfrm>
            <a:off x="733425" y="7128391"/>
            <a:ext cx="52205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Wax coating</a:t>
            </a:r>
            <a:endParaRPr lang="en-US" sz="16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3117AC0-48B1-A58F-4F18-FDC1FAE2372A}"/>
              </a:ext>
            </a:extLst>
          </p:cNvPr>
          <p:cNvSpPr/>
          <p:nvPr/>
        </p:nvSpPr>
        <p:spPr>
          <a:xfrm>
            <a:off x="6472833" y="5019794"/>
            <a:ext cx="194524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39F71F5-B541-12DC-4F60-09F059E2759D}"/>
              </a:ext>
            </a:extLst>
          </p:cNvPr>
          <p:cNvSpPr/>
          <p:nvPr/>
        </p:nvSpPr>
        <p:spPr>
          <a:xfrm>
            <a:off x="6472833" y="5556766"/>
            <a:ext cx="1945243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Low/medium voltage</a:t>
            </a:r>
            <a:endParaRPr lang="en-US" sz="1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EE48F99-CF32-6107-F8B3-EB86B57EB718}"/>
              </a:ext>
            </a:extLst>
          </p:cNvPr>
          <p:cNvSpPr/>
          <p:nvPr/>
        </p:nvSpPr>
        <p:spPr>
          <a:xfrm>
            <a:off x="6472833" y="6415921"/>
            <a:ext cx="194524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Older installations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92628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10686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Tough Rubber Sheathed (T.R.S.)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V.I.R. with tough rubber sheath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Moisture, wear, and damage resistance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Single, twin, and three-core versions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Industrial and commercial installations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Temporary outdoor wiring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41F5E2-0BA0-BA76-93D0-A9E5ECB0A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62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Poly Vinyl Chloride (P.V.C.) Wires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33938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607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Common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5117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PVC thermoplastic insulation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2268022" y="4150162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Moisture, chemical, and wear resistance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748451"/>
            <a:ext cx="1134070" cy="23049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68022" y="4975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Widely Used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268022" y="546568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Household wiring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268022" y="596467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Industrial electrical systems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2268022" y="646366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Indoor and outdoor applications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7545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Alloy Sheathed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Outer lead sheath for protection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Moisture-prone environments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0.12 cm thick sheath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Underground installations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Industries and damp environments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2909EC-79EC-4D2B-0C8C-DAC053C39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19375"/>
            <a:ext cx="5713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Weatherproof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5130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Fibrous yarn saturated with waterproof compound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Rain, humidity, and UV radiation resistance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951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7627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Service connections from power lines to buildings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Agricultural applications and outdoor lighting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7F3AC-3929-FEA1-60C2-E22916A4C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 Wires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34141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 &amp;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Multiple fine strands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PVC insulation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Frequent movement applications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Household appliances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Automotive wiring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Portable electrical devices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010C27-1E2F-A04E-EA93-300450D10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607" y="7746162"/>
            <a:ext cx="2638793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5489"/>
            <a:ext cx="69976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the Right Wire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95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04" y="3394591"/>
            <a:ext cx="1228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Insulation Material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Determines resistance to moisture, heat, and chemicals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3095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3939" y="3394591"/>
            <a:ext cx="1932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309580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Mechanical Strength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15432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Impact resistance, flexibility, and durability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3706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976" y="5455682"/>
            <a:ext cx="19192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370671"/>
            <a:ext cx="3705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Conditions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586109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Exposure to moisture, temperature, and UV radiation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279</Words>
  <Application>Microsoft Office PowerPoint</Application>
  <PresentationFormat>Custom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Montserrat</vt:lpstr>
      <vt:lpstr>Heebo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ayushprajapati2006@outlook.com</cp:lastModifiedBy>
  <cp:revision>3</cp:revision>
  <dcterms:created xsi:type="dcterms:W3CDTF">2025-02-02T07:10:27Z</dcterms:created>
  <dcterms:modified xsi:type="dcterms:W3CDTF">2025-02-02T10:25:58Z</dcterms:modified>
</cp:coreProperties>
</file>