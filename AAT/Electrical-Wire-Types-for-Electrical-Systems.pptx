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Heebo Light" panose="020F0502020204030204" pitchFamily="2" charset="-79"/>
      <p:regular r:id="rId10"/>
    </p:embeddedFont>
    <p:embeddedFont>
      <p:font typeface="Montserrat" panose="020F0502020204030204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73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425" y="577334"/>
            <a:ext cx="76771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Electrical Wire Types for Electrical Systems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33425" y="2201347"/>
            <a:ext cx="767715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presentation explores common electrical wire types, their properties, and application.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33425" y="3186232"/>
            <a:ext cx="76771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Vulcanized Indian Rubber (V.I.R.) Wires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733425" y="5019794"/>
            <a:ext cx="315444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33425" y="5556766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Rubber insulation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3425" y="6080641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Tinned conductor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3425" y="6604516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Cotton braiding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33425" y="7128391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Wax coating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72833" y="5019794"/>
            <a:ext cx="194524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72833" y="5556766"/>
            <a:ext cx="194524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Low/medium voltage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72833" y="6415921"/>
            <a:ext cx="194524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Older installations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10686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Tough Rubber Sheathed (T.R.S.)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V.I.R. with tough rubber sheath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Moisture, wear, and damage resistance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Single, twin, and three-core versions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Industrial and commercial installations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Temporary outdoor wiring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41F5E2-0BA0-BA76-93D0-A9E5ECB0A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62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Poly Vinyl Chloride (P.V.C.) Wires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33938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60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Common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5117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PVC thermoplastic insulation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2268022" y="415016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Moisture, chemical, and wear resistance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48451"/>
            <a:ext cx="1134070" cy="23049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68022" y="4975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Widely Used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268022" y="546568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Household wiring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68022" y="596467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Industrial electrical systems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2268022" y="646366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Indoor and outdoor applications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7545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Alloy Sheathed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Outer lead sheath for protection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Moisture-prone environments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0.12 cm thick sheath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Underground installations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Industries and damp environments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909EC-79EC-4D2B-0C8C-DAC053C39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5713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Weatherproof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Fibrous yarn saturated with waterproof compound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Rain, humidity, and UV radiation resistance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Service connections from power lines to buildings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Agricultural applications and outdoor lighting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7F3AC-3929-FEA1-60C2-E22916A4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Multiple fine strands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PVC insulation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Frequent movement applications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Household appliances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Automotive wiring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Portable electrical devices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010C27-1E2F-A04E-EA93-300450D1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5489"/>
            <a:ext cx="69976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the Right Wire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95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04" y="3394591"/>
            <a:ext cx="1228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Insulation Material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Determines resistance to moisture, heat, and chemicals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095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3939" y="3394591"/>
            <a:ext cx="1932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30958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Mechanical Strength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15432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Impact resistance, flexibility, and durability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370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976" y="5455682"/>
            <a:ext cx="19192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370671"/>
            <a:ext cx="3705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Conditions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86109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Exposure to moisture, temperature, and UV radiation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252</Words>
  <Application>Microsoft Office PowerPoint</Application>
  <PresentationFormat>Custom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Montserrat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ayushprajapati2006@outlook.com</cp:lastModifiedBy>
  <cp:revision>2</cp:revision>
  <dcterms:created xsi:type="dcterms:W3CDTF">2025-02-02T07:10:27Z</dcterms:created>
  <dcterms:modified xsi:type="dcterms:W3CDTF">2025-02-02T07:13:41Z</dcterms:modified>
</cp:coreProperties>
</file>